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HIKROBOT 读码器选型工具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76504"/>
                </a:solidFill>
                <a:latin typeface="Microsoft YaHei"/>
              </a:defRPr>
            </a:pPr>
            <a:r>
              <a:t>用户使用指南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智能选型 · 竞品对标 · 配单生成 · 产品查询 · 状态码排查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无需安装，打开浏览器即用  |  支持中英文  |  支持暗黑模式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V3.8 · 2026-08-03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📋 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⚡  智能选型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447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输入参数，自动推荐最佳型号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57400"/>
            <a:ext cx="91440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📐  多相机拼接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05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单相机视野不足时的解决方案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🔬  竞品对标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163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友商型号 vs 海康型号对比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429000"/>
            <a:ext cx="91440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📋  配单表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02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自动生成 BOM 物料清单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🔄  产品表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879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基线 ↔ 经销型号对照查询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800600"/>
            <a:ext cx="91440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🔍  状态码查询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737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SDK 错误码含义与解决方法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486400"/>
            <a:ext cx="91440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📖  方案解决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5595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固件下载、技术文档等资源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⚡ 智能选型 — 输入参数，自动推荐最佳读码器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4F4"/>
                </a:solidFill>
                <a:latin typeface="Microsoft YaHei"/>
              </a:defRPr>
            </a:pPr>
            <a:r>
              <a:t>📝 你需要准备什么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码制类型（二维码/一维码）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模块尺寸（最小单元宽度）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工作距离（镜头到条码距离）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视野范围（宽 × 高）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  <a:latin typeface="Microsoft YaHei"/>
              </a:defRPr>
            </a:pPr>
            <a:r>
              <a:t>🎯 工具会告诉你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🏆 最佳推荐型号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📊 PPM 值（像素密度）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📐 预估视野范围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📏 支持的工作距离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37160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6504"/>
                </a:solidFill>
                <a:latin typeface="Microsoft YaHei"/>
              </a:defRPr>
            </a:pPr>
            <a:r>
              <a:t>🔧 还能做什么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7452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查看所有满足条件的型号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按系列筛选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查看 SVG 方案示意图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自动触发多相机拼接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💡 PPM（Pixels Per Module）= 每个最小模块占用的像素数，值越大读码越稳定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PPM 参考标准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二维码 (2D)：优秀 4~8  |  良好 8~12  |  合格 3~4 或 12+  |  较低 &lt;3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一维码 (1D)：优秀 1.4~2  |  良好 2~3  |  合格 1~1.4 或 3+  |  较低 &lt;1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⚡ 智能选型 — 操作步骤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371600"/>
            <a:ext cx="548640" cy="548640"/>
          </a:xfrm>
          <a:prstGeom prst="ellipse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选择码制类型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二维码 (QR/DataMatrix)</a:t>
            </a:r>
            <a:br/>
            <a:r>
              <a:t>一维码 (Code128/EAN-13 等)</a:t>
            </a:r>
          </a:p>
        </p:txBody>
      </p:sp>
      <p:sp>
        <p:nvSpPr>
          <p:cNvPr id="7" name="Oval 6"/>
          <p:cNvSpPr/>
          <p:nvPr/>
        </p:nvSpPr>
        <p:spPr>
          <a:xfrm>
            <a:off x="3337560" y="1371600"/>
            <a:ext cx="548640" cy="548640"/>
          </a:xfrm>
          <a:prstGeom prst="ellipse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填写模块尺寸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条码中最小单元的宽度</a:t>
            </a:r>
            <a:br/>
            <a:r>
              <a:t>单位可选 mm 或 mil</a:t>
            </a:r>
          </a:p>
        </p:txBody>
      </p:sp>
      <p:sp>
        <p:nvSpPr>
          <p:cNvPr id="10" name="Oval 9"/>
          <p:cNvSpPr/>
          <p:nvPr/>
        </p:nvSpPr>
        <p:spPr>
          <a:xfrm>
            <a:off x="5669280" y="1371600"/>
            <a:ext cx="548640" cy="548640"/>
          </a:xfrm>
          <a:prstGeom prst="ellipse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填写工作距离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读码器镜头到条码表面的距离</a:t>
            </a:r>
            <a:br/>
            <a:r>
              <a:t>如不确定，先填 100~200mm</a:t>
            </a:r>
          </a:p>
        </p:txBody>
      </p:sp>
      <p:sp>
        <p:nvSpPr>
          <p:cNvPr id="13" name="Oval 12"/>
          <p:cNvSpPr/>
          <p:nvPr/>
        </p:nvSpPr>
        <p:spPr>
          <a:xfrm>
            <a:off x="8001000" y="1371600"/>
            <a:ext cx="548640" cy="548640"/>
          </a:xfrm>
          <a:prstGeom prst="ellipse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填写视野范围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希望读码器能看到的区域</a:t>
            </a:r>
            <a:br/>
            <a:r>
              <a:t>建议比条码尺寸大 50% 以上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0" y="1371600"/>
            <a:ext cx="548640" cy="548640"/>
          </a:xfrm>
          <a:prstGeom prst="ellipse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点击「开始选型」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等待 1~2 秒查看推荐结果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💡 填写技巧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不确定码制？方形 = 二维码，长条 = 一维码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模块尺寸可以用尺子量最小黑块/白块的宽度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工作距离如果没定，先填 100mm 试试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视野建议比条码大 50% 以上，留出安装余量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如果没有推荐结果 → 尝试减小视野或增大工作距离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📐 多相机拼接 — 单相机视野不够时的解决方案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4F4"/>
                </a:solidFill>
                <a:latin typeface="Microsoft YaHei"/>
              </a:defRPr>
            </a:pPr>
            <a:r>
              <a:t>🔔 什么时候会触发？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在智能选型页面计算后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如果单相机视野无法满足你的需求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页面会自动提示「单相机无法满足」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点击「查看拼接方案」进入拼接计算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  <a:latin typeface="Microsoft YaHei"/>
              </a:defRPr>
            </a:pPr>
            <a:r>
              <a:t>📊 拼接方案会告诉你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推荐型号 + 相机数量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排列方式（如 2×2、3×2）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单机视野 + 总覆盖范围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PPM + 重叠区域宽度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SVG 示意图展示布局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💡 拼接方案会自动选择相机数量最少、覆盖最完整的最优方案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🔬 竞品对标 — 友商型号 vs 海康型号对比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286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Cognex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DM70/80、DM150/260、DM280/290、DM370、DM470、DM380/390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286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Keyence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SR-700/750、SR-1000、SR-2000、SR-X300/X100/X80、SR-5000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286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Datalogic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26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Matrix 100/120/220/320、AV500/900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2286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思谋 / 华睿 / 视界 / 新大陆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VS600、R3000、ICW 61/62、FM415 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🔍 搜索技巧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输入友商型号：SR-1000、DM70、Matrix 220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输入海康型号：ID3013PM、ID2023XM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自动忽略 MV- 前缀和大小写：id3013 也能搜到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蓝色标签 = 友商特点  |  绿色标签 = 海康优势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88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📋 配单表 — 自动生成 BOM 物料清单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操作流程：选择大类 → 选择系列 → 选择型号 → 自动生成配单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4F4"/>
                </a:solidFill>
                <a:latin typeface="Microsoft YaHei"/>
              </a:defRPr>
            </a:pPr>
            <a:r>
              <a:t>📄 配单内容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🔵 主机：读码器本身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🔵 标配：出厂自带配件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🟠 选配：额外购买配件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支持导出 CSV 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6504"/>
                </a:solidFill>
                <a:latin typeface="Microsoft YaHei"/>
              </a:defRPr>
            </a:pPr>
            <a:r>
              <a:t>🔧 选装配件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按分类分组（线缆/电源/安装等）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线缆支持按长度、材质筛选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电源适配器自动联动电源线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选配自动替换同类标配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01168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  <a:latin typeface="Microsoft YaHei"/>
              </a:defRPr>
            </a:pPr>
            <a:r>
              <a:t>💾 数据持久化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146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选型状态自动保存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刷新页面不丢失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关闭浏览器再打开也保留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重要配单建议导出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📥 资料下载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配单底部有「📥 资料下载」按钮，点击直接跳转海康官网下载技术资料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匹配策略：6 级智能匹配（精确→反向→去括号→系列前缀），覆盖率 72.8%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🔄 产品表 — 基线 ↔ 经销型号对照查询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4F4"/>
                </a:solidFill>
                <a:latin typeface="Microsoft YaHei"/>
              </a:defRPr>
            </a:pPr>
            <a:r>
              <a:t>📖 什么是基线和经销？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基线 = 直销渠道物料（直接从海康购买）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经销 = 渠道代理物料（通过经销商购买）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同一个产品有两种型号代码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424 条记录，覆盖 41 个系列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  <a:latin typeface="Microsoft YaHei"/>
              </a:defRPr>
            </a:pPr>
            <a:r>
              <a:t>✨ 功能特性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按型号名称或物料代码搜索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按系列分组折叠显示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每行有基线/经销两个下载按钮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搜索时自动展开有结果的系列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🎭 隐藏功能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连续点击 4 次「产品表」导航标签 → 显示/隐藏物料代码列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🔍 状态码查询 — SDK 错误码含义与解决方法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257 条状态码  |  10 个分类  |  162 条附带解决方法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正确码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1 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82880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874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通用错误码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94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94 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句柄/参数/资源等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82880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874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IDMVS自定义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25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软件特有错误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82880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读码器控制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94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14 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对象操作错误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82880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874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GenICam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94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10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协议相关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1752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网口读码器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8 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以太网通信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01752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U口读码器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7 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657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USB通信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01752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升级组件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5 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657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固件升级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301752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底层组件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83 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657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SDK各模块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3017520"/>
            <a:ext cx="2103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3063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网络组件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76504"/>
                </a:solidFill>
                <a:latin typeface="Microsoft YaHei"/>
              </a:defRPr>
            </a:pPr>
            <a:r>
              <a:t>10 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657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Socket通信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💡 使用技巧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搜索支持：状态码名称、十六进制值、描述、解决方法内容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点击表格行 → 自动复制状态码名称到剪贴板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解决方法支持多行显示，直接告诉你怎么处理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搜索「重启」可以找到所有建议重启的状态码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📖 方案解决 &amp; 快捷功能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🤖  小V智能助手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533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在线智能问答，快速解决问题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📦  读码器固件下载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93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各系列最新固件版本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📦  手持巴枪固件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33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手持式读码器专用固件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📄  方案解决文档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735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应用方案、接线指南、调试教程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🔧  维修状态查询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查询维修进度与售后状态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⚡ 快捷键 &amp; 隐藏功能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6504"/>
                </a:solidFill>
                <a:latin typeface="Microsoft YaHei"/>
              </a:defRPr>
            </a:pPr>
            <a:r>
              <a:t>连续点 Logo 3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跳转数据库编辑器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77440"/>
            <a:ext cx="5029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6504"/>
                </a:solidFill>
                <a:latin typeface="Microsoft YaHei"/>
              </a:defRPr>
            </a:pPr>
            <a:r>
              <a:t>连续点「产品表」4 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显示/隐藏代码列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6504"/>
                </a:solidFill>
                <a:latin typeface="Microsoft YaHei"/>
              </a:defRPr>
            </a:pPr>
            <a:r>
              <a:t>点击状态码表格行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复制状态码名称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6504"/>
                </a:solidFill>
                <a:latin typeface="Microsoft YaHei"/>
              </a:defRPr>
            </a:pPr>
            <a:r>
              <a:t>Ctrl + S（编辑器中）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快速保存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023360"/>
            <a:ext cx="5029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6504"/>
                </a:solidFill>
                <a:latin typeface="Microsoft YaHei"/>
              </a:defRPr>
            </a:pPr>
            <a:r>
              <a:t>🌙 / ☀️ 按钮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切换明亮/暗黑模式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6504"/>
                </a:solidFill>
                <a:latin typeface="Microsoft YaHei"/>
              </a:defRPr>
            </a:pPr>
            <a:r>
              <a:t>EN / 中 按钮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切换中英文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🤖 机器人助手（小V）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页面右下角的可爱机器人，点击跳转海康 v-club 智能助手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首次打开页面会显示 15 秒欢迎气泡，悬停有动画效果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手机端不显示，可通过「方案解决」页面访问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❓ 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Q: 页面打不开 / 空白？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A: 用 Chrome/Edge/Firefox；本地打开确保文件完整；在线访问尝试清缓存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112471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Q: 选型没有推荐结果？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A: 检查参数是否合理；尝试减小视野或增大距离；可能产品库未覆盖你的场景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Q: 配单表选不到型号？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A: 确认型号在哪个大类下；可能是新品尚未录入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471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Q: 下载按钮显示「—」？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A: 部分型号资料链接尚未收录；可直接去海康官网搜索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12471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Q: 配单刷新后消失了？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A: 正常会自动保存；消失可能是清了浏览器数据或用了隐私模式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Q: 手机上怎么用？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A: 底部有「更多」按钮访问其他功能；表格需左右滑动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7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感谢使用 HIKROBOT 读码器选型工具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如有问题或建议，请联系工具维护者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📌 在线地址：chenze3303.github.io/Code-reader-selection/</a:t>
            </a:r>
            <a:br/>
            <a:br/>
            <a:r>
              <a:t>无需安装 · 打开即用 · 支持中英文 · 支持暗黑模式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V3.8 · 2026-08-03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